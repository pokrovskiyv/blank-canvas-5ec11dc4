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12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 «Лучшая педагогическая практика» • Номинация: ПРО-технологии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работа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формате 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C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интерактивной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C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с ветвлением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+ H5P Branching Scenario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2286000" cy="3200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Покровская Анастасия Витальевна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Отделения управления бизнесом и инновациями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Бизнес-школа ТПУ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«Английский язык в профессиональной деятельности»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38.03.02 Менеджмент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457200"/>
            <a:ext cx="3108960" cy="4297680"/>
          </a:xfrm>
          <a:prstGeom prst="rect">
            <a:avLst/>
          </a:prstGeom>
          <a:solidFill>
            <a:srgbClr val="0E6B8A">
              <a:alpha val="8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640080"/>
            <a:ext cx="2743200" cy="274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экран H5P-сценария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46304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 новый формат контроля?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7490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классических тестов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структура прохождения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Невысокая вовлечённость студентов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воспроизведения, а не применения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Ограниченная диагностика ошибок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Монотонность формата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3749040" cy="54864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Требуемый формат должен: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асинхронно в LMS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Обеспечивать мгновенную обратную связь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применение знаний в ситуации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Фиксировать результаты автоматически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Повышать вовлечённость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интерактивный сценарий с ветвлением, который объединяет контроль, практику и обратную связь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09728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педагогическая задача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solidFill>
            <a:srgbClr val="0E6B8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Обеспечить контроль освоения результатов обучения через интерактивный сценарий в Moodle с автоматической проверкой, обратной связью и фиксацией результатов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063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бакалавриата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38.03.02 Менеджмент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83280" y="29260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063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формат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5661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Асинхронное прохождение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Moodle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26480" y="292608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0632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формат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093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Синхронный разбор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типичных ошибок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371600" cy="2560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как интерактивный сценарий с ветвлением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работа реализована как интерактивная лекция-кейс на основе H5P Branching Scenario в Moodle.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принимает решения в профессиональном контексте — траектория меняется в зависимости от выбора.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960120" cy="100584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Multiple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37360" y="2926080"/>
            <a:ext cx="960120" cy="100584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017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834640" y="2926080"/>
            <a:ext cx="960120" cy="100584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017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036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931920" y="2926080"/>
            <a:ext cx="960120" cy="100584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0175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7764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5029200" y="146304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20640" y="1554480"/>
            <a:ext cx="3657600" cy="2286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0" y="3977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экрана H5P-сценария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37083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976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+ практическое применение + пошаговая обратная связь = одно задание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55448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Дидактическая логика и проверяемые навыки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Принципы подхода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659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/ сценарный подход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060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через действие и выбор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24612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375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246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Немедленная обратная связь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88620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776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862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Последовательное продвижение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03911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19659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профессиональной ситуации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55117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24780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Владение профильной лексикой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06324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57800" y="29900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Корректный выбор языковых средств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575304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57800" y="35021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грамматики в контексте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087368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7800" y="40142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 решений в рамках кейса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1" name="Text 2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Линейный тест → правильность ответа   |   Сценарий → логика прохождения + применение знаний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сценария и логика ветвления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57200" cy="457200"/>
          </a:xfrm>
          <a:prstGeom prst="ellipse">
            <a:avLst/>
          </a:prstGeom>
          <a:solidFill>
            <a:srgbClr val="0E6B8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ситуацию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1709928"/>
            <a:ext cx="5029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508760"/>
            <a:ext cx="457200" cy="457200"/>
          </a:xfrm>
          <a:prstGeom prst="ellipse">
            <a:avLst/>
          </a:prstGeom>
          <a:solidFill>
            <a:srgbClr val="0E6B8A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контексте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88920" y="1709928"/>
            <a:ext cx="5029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50876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выбору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1709928"/>
            <a:ext cx="5029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rgbClr val="0E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Траектория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1709928"/>
            <a:ext cx="5029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709928"/>
            <a:ext cx="5029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1508760"/>
            <a:ext cx="457200" cy="45720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оценка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65146" y="2651760"/>
            <a:ext cx="4945128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91740" y="2788920"/>
            <a:ext cx="4091940" cy="1828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прохождения: ≈ 40 минут  |  29 экранов  |  3 точки ветвления  |  Множество типов заданий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проходит студент: кейс операционного менеджера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00200"/>
            <a:ext cx="3474720" cy="1635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227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студент выступает в роли операционного менеджера кофейни и принимает решения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2040" y="1600200"/>
            <a:ext cx="3474720" cy="1280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3017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встроенного задания: сравнение предложений поставщиков по ключевым критериям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41605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Management • Supply Chain • Procurement  |  </a:t>
            </a: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Questions • Passive Voice • Conditionals • Modals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201168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для студента и преподавателя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solidFill>
            <a:srgbClr val="0E6B8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031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Прохождение организовано в Moodle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в логике кейса — последовательно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по ходу выполнения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фиксируется автоматически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по времени: ≈ 40 мин.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508760"/>
            <a:ext cx="3749040" cy="45720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727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21031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сроков, доступа, попыток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сохраняются в Moodle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попыток, ошибок, времени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типичных затруднений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нагрузки на ручную проверку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Встраивание в учебный процесс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0E6B8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Инструкция, пререквизиты, знакомство с форматом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810512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54480"/>
            <a:ext cx="548640" cy="548640"/>
          </a:xfrm>
          <a:prstGeom prst="ellipse">
            <a:avLst/>
          </a:prstGeom>
          <a:solidFill>
            <a:srgbClr val="1A8FB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7480" y="22860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доступа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контрольной на ограниченное время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1810512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554480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Прохождение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Самостоятельное выполнение студентами в Moodle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1810512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554480"/>
            <a:ext cx="548640" cy="54864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22860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результатов и разбор типичных ошибок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404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Необходимые ресурсы:  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Moodle + H5P Branching Scenario + Краткая инструкция для студентов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2011680" cy="256032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Апробация и наблюдаемый эффект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011680" cy="1645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бакалавриата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557784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5544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2900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высокая вовлечённость в выполнение задания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1929384"/>
            <a:ext cx="557784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97510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1929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осмысленное применение языкового материала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926080" y="2350008"/>
            <a:ext cx="557784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23957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29000" y="2350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стрессогенности за счёт пошаговой обратной связи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926080" y="2770632"/>
            <a:ext cx="557784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8163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2900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фиксации и упрощение проверки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3337560"/>
            <a:ext cx="7863840" cy="64008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45643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3375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списывания: </a:t>
            </a: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по времени (40 мин.) + вариативность за счёт ветвления — студенты проходят разные траектории и получают разные комбинации заданий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Авторский вклад: </a:t>
            </a: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педагогическое проектирование • создание контента и заданий • сборка H5P • настройка оценивания в Moodle • апробация и анализ результатов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2286000" cy="2560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ТИРАЖИРОВАНИЕ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в ТПУ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H5P-пакет импортируется в любой курс Moodle и адаптируется под другую дисциплину за счёт замены: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731520"/>
          </a:xfrm>
          <a:prstGeom prst="rect">
            <a:avLst/>
          </a:prstGeom>
          <a:solidFill>
            <a:srgbClr val="0E6B8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194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Кейса и предметного содержания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468880" cy="731520"/>
          </a:xfrm>
          <a:prstGeom prst="rect">
            <a:avLst/>
          </a:prstGeom>
          <a:solidFill>
            <a:srgbClr val="0E6B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331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194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и формулировок заданий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2194560"/>
            <a:ext cx="2468880" cy="731520"/>
          </a:xfrm>
          <a:prstGeom prst="rect">
            <a:avLst/>
          </a:prstGeom>
          <a:solidFill>
            <a:srgbClr val="0E6B8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3317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2194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Проверяемых результатов обучения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использования: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3611880"/>
            <a:ext cx="1828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работа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697480" y="3611880"/>
            <a:ext cx="1828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6974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611880"/>
            <a:ext cx="1828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Самостоятельная работа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3611880"/>
            <a:ext cx="1828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122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ошибок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4389120"/>
            <a:ext cx="786384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17720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качества контроля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4617720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9260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Осмысленное применение знаний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61772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834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оценивания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617720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408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времени преподавателя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Благодарю за внимание!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C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 рада ответить на ваши вопросы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Покровская Анастасия Витальевна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Отделения управления бизнесом и инновациями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Бизнес-школа ТПУ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«Английский язык в профессиональной деятельности»  •  38.03.02 Менеджмент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655</Words>
  <Application>Microsoft Macintosh PowerPoint</Application>
  <PresentationFormat>On-screen Show (16:9)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Контрольная работа в Moodle в формате интерактивной лекции с ветвлением H5P</dc:title>
  <dc:subject>PptxGenJS Presentation</dc:subject>
  <dc:creator>Покровская А.В.</dc:creator>
  <cp:lastModifiedBy>Microsoft Office User</cp:lastModifiedBy>
  <cp:revision>2</cp:revision>
  <dcterms:created xsi:type="dcterms:W3CDTF">2026-03-08T07:51:02Z</dcterms:created>
  <dcterms:modified xsi:type="dcterms:W3CDTF">2026-03-08T08:00:55Z</dcterms:modified>
</cp:coreProperties>
</file>